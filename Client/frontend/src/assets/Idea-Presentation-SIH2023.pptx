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Franklin Gothic" panose="020B0604020202020204" charset="0"/>
      <p:bold r:id="rId11"/>
    </p:embeddedFont>
    <p:embeddedFont>
      <p:font typeface="Libre Franklin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i1sBDdHb2XsYteFNPHBFMUQvu/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sz="60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" name="Google Shape;17;p7"/>
          <p:cNvGrpSpPr/>
          <p:nvPr/>
        </p:nvGrpSpPr>
        <p:grpSpPr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8" name="Google Shape;18;p7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" name="Google Shape;19;p7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" name="Google Shape;20;p7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1" name="Google Shape;21;p7"/>
          <p:cNvSpPr txBox="1">
            <a:spLocks noGrp="1"/>
          </p:cNvSpPr>
          <p:nvPr>
            <p:ph type="body" idx="1"/>
          </p:nvPr>
        </p:nvSpPr>
        <p:spPr>
          <a:xfrm>
            <a:off x="6367055" y="4549553"/>
            <a:ext cx="5491570" cy="95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2" name="Google Shape;22;p7"/>
          <p:cNvCxnSpPr/>
          <p:nvPr/>
        </p:nvCxnSpPr>
        <p:spPr>
          <a:xfrm>
            <a:off x="5839833" y="5784349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>
  <p:cSld name="Introduc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8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Google Shape;25;p8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" name="Google Shape;26;p8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" name="Google Shape;27;p8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8" name="Google Shape;28;p8"/>
          <p:cNvSpPr>
            <a:spLocks noGrp="1"/>
          </p:cNvSpPr>
          <p:nvPr>
            <p:ph type="pic" idx="2"/>
          </p:nvPr>
        </p:nvSpPr>
        <p:spPr>
          <a:xfrm>
            <a:off x="6096000" y="-22543"/>
            <a:ext cx="6096000" cy="6903086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0" name="Google Shape;30;p8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952499" y="2289363"/>
            <a:ext cx="4572001" cy="2795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3480">
          <p15:clr>
            <a:srgbClr val="FBAE40"/>
          </p15:clr>
        </p15:guide>
        <p15:guide id="3" orient="horz" pos="1440">
          <p15:clr>
            <a:srgbClr val="FBAE40"/>
          </p15:clr>
        </p15:guide>
        <p15:guide id="4" orient="horz" pos="1224">
          <p15:clr>
            <a:srgbClr val="FBAE40"/>
          </p15:clr>
        </p15:guide>
        <p15:guide id="5" orient="horz" pos="5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 ">
  <p:cSld name="Summary 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7" name="Google Shape;37;p9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952500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39" name="Google Shape;39;p9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40" name="Google Shape;40;p9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1" name="Google Shape;41;p9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2" name="Google Shape;42;p9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953655" y="3841846"/>
            <a:ext cx="4838700" cy="636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953655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5"/>
          </p:nvPr>
        </p:nvSpPr>
        <p:spPr>
          <a:xfrm>
            <a:off x="952500" y="5017901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6"/>
          </p:nvPr>
        </p:nvSpPr>
        <p:spPr>
          <a:xfrm>
            <a:off x="952500" y="4646997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7"/>
          </p:nvPr>
        </p:nvSpPr>
        <p:spPr>
          <a:xfrm>
            <a:off x="6399647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8"/>
          </p:nvPr>
        </p:nvSpPr>
        <p:spPr>
          <a:xfrm>
            <a:off x="6399647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9"/>
          </p:nvPr>
        </p:nvSpPr>
        <p:spPr>
          <a:xfrm>
            <a:off x="6399647" y="3841846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3"/>
          </p:nvPr>
        </p:nvSpPr>
        <p:spPr>
          <a:xfrm>
            <a:off x="6399647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0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57" name="Google Shape;57;p10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8" name="Google Shape;58;p10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" name="Google Shape;59;p10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0" name="Google Shape;60;p10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1" name="Google Shape;61;p10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63" name="Google Shape;63;p10"/>
          <p:cNvCxnSpPr/>
          <p:nvPr/>
        </p:nvCxnSpPr>
        <p:spPr>
          <a:xfrm>
            <a:off x="952500" y="1934655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952500" y="281829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2"/>
          </p:nvPr>
        </p:nvSpPr>
        <p:spPr>
          <a:xfrm>
            <a:off x="952500" y="2209800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6" name="Google Shape;66;p10"/>
          <p:cNvCxnSpPr/>
          <p:nvPr/>
        </p:nvCxnSpPr>
        <p:spPr>
          <a:xfrm>
            <a:off x="3663043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" name="Google Shape;67;p10"/>
          <p:cNvSpPr txBox="1">
            <a:spLocks noGrp="1"/>
          </p:cNvSpPr>
          <p:nvPr>
            <p:ph type="body" idx="3"/>
          </p:nvPr>
        </p:nvSpPr>
        <p:spPr>
          <a:xfrm>
            <a:off x="3663042" y="2818296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4"/>
          </p:nvPr>
        </p:nvSpPr>
        <p:spPr>
          <a:xfrm>
            <a:off x="3663042" y="2209800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9" name="Google Shape;69;p10"/>
          <p:cNvCxnSpPr/>
          <p:nvPr/>
        </p:nvCxnSpPr>
        <p:spPr>
          <a:xfrm>
            <a:off x="952500" y="4248119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0" name="Google Shape;70;p10"/>
          <p:cNvSpPr txBox="1">
            <a:spLocks noGrp="1"/>
          </p:cNvSpPr>
          <p:nvPr>
            <p:ph type="body" idx="5"/>
          </p:nvPr>
        </p:nvSpPr>
        <p:spPr>
          <a:xfrm>
            <a:off x="952500" y="5131299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6"/>
          </p:nvPr>
        </p:nvSpPr>
        <p:spPr>
          <a:xfrm>
            <a:off x="952500" y="4522803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2" name="Google Shape;72;p10"/>
          <p:cNvCxnSpPr/>
          <p:nvPr/>
        </p:nvCxnSpPr>
        <p:spPr>
          <a:xfrm>
            <a:off x="3663043" y="4252111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3" name="Google Shape;73;p10"/>
          <p:cNvSpPr txBox="1">
            <a:spLocks noGrp="1"/>
          </p:cNvSpPr>
          <p:nvPr>
            <p:ph type="body" idx="7"/>
          </p:nvPr>
        </p:nvSpPr>
        <p:spPr>
          <a:xfrm>
            <a:off x="3663042" y="5131299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body" idx="8"/>
          </p:nvPr>
        </p:nvSpPr>
        <p:spPr>
          <a:xfrm>
            <a:off x="3663042" y="4522803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5" name="Google Shape;75;p10"/>
          <p:cNvCxnSpPr/>
          <p:nvPr/>
        </p:nvCxnSpPr>
        <p:spPr>
          <a:xfrm>
            <a:off x="6367055" y="4252111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6" name="Google Shape;76;p10"/>
          <p:cNvSpPr txBox="1">
            <a:spLocks noGrp="1"/>
          </p:cNvSpPr>
          <p:nvPr>
            <p:ph type="body" idx="9"/>
          </p:nvPr>
        </p:nvSpPr>
        <p:spPr>
          <a:xfrm>
            <a:off x="6367054" y="513129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body" idx="13"/>
          </p:nvPr>
        </p:nvSpPr>
        <p:spPr>
          <a:xfrm>
            <a:off x="6367054" y="4522803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">
  <p:cSld name="Break"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>
            <a:spLocks noGrp="1"/>
          </p:cNvSpPr>
          <p:nvPr>
            <p:ph type="pic" idx="2"/>
          </p:nvPr>
        </p:nvSpPr>
        <p:spPr>
          <a:xfrm>
            <a:off x="0" y="0"/>
            <a:ext cx="1219199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3" name="Google Shape;83;p11"/>
          <p:cNvSpPr txBox="1"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Franklin Gothic"/>
              <a:buNone/>
              <a:defRPr sz="4100" b="1" i="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84" name="Google Shape;84;p11"/>
          <p:cNvCxnSpPr/>
          <p:nvPr/>
        </p:nvCxnSpPr>
        <p:spPr>
          <a:xfrm>
            <a:off x="7154721" y="4003877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85" name="Google Shape;85;p11"/>
          <p:cNvGrpSpPr/>
          <p:nvPr/>
        </p:nvGrpSpPr>
        <p:grpSpPr>
          <a:xfrm rot="10800000">
            <a:off x="9509760" y="-3"/>
            <a:ext cx="2682238" cy="2682238"/>
            <a:chOff x="0" y="12289"/>
            <a:chExt cx="3550" cy="3551"/>
          </a:xfrm>
        </p:grpSpPr>
        <p:sp>
          <p:nvSpPr>
            <p:cNvPr id="86" name="Google Shape;86;p11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8" name="Google Shape;88;p11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104">
          <p15:clr>
            <a:srgbClr val="FBAE40"/>
          </p15:clr>
        </p15:guide>
        <p15:guide id="2" pos="4344">
          <p15:clr>
            <a:srgbClr val="FBAE40"/>
          </p15:clr>
        </p15:guide>
        <p15:guide id="3" pos="4560">
          <p15:clr>
            <a:srgbClr val="FBAE40"/>
          </p15:clr>
        </p15:guide>
        <p15:guide id="4" orient="horz" pos="18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">
  <p:cSld name="Chart"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>
            <a:spLocks noGrp="1"/>
          </p:cNvSpPr>
          <p:nvPr>
            <p:ph type="chart" idx="2"/>
          </p:nvPr>
        </p:nvSpPr>
        <p:spPr>
          <a:xfrm>
            <a:off x="952500" y="1939108"/>
            <a:ext cx="10352810" cy="4110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">
  <p:cSld name="Table">
    <p:bg>
      <p:bgPr>
        <a:solidFill>
          <a:schemeClr val="l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"/>
              <a:buNone/>
              <a:defRPr sz="28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“</a:t>
            </a:r>
            <a:endParaRPr/>
          </a:p>
        </p:txBody>
      </p:sp>
      <p:grpSp>
        <p:nvGrpSpPr>
          <p:cNvPr id="103" name="Google Shape;103;p14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04" name="Google Shape;104;p14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109" name="Google Shape;109;p14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10" name="Google Shape;110;p14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5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15" name="Google Shape;115;p15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18" name="Google Shape;118;p15"/>
          <p:cNvSpPr>
            <a:spLocks noGrp="1"/>
          </p:cNvSpPr>
          <p:nvPr>
            <p:ph type="pic" idx="2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0" name="Google Shape;120;p15"/>
          <p:cNvCxnSpPr/>
          <p:nvPr/>
        </p:nvCxnSpPr>
        <p:spPr>
          <a:xfrm>
            <a:off x="952500" y="1939108"/>
            <a:ext cx="2133600" cy="0"/>
          </a:xfrm>
          <a:prstGeom prst="straightConnector1">
            <a:avLst/>
          </a:prstGeom>
          <a:noFill/>
          <a:ln w="1016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1" name="Google Shape;121;p15"/>
          <p:cNvSpPr>
            <a:spLocks noGrp="1"/>
          </p:cNvSpPr>
          <p:nvPr>
            <p:ph type="pic" idx="3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15"/>
          <p:cNvSpPr txBox="1">
            <a:spLocks noGrp="1"/>
          </p:cNvSpPr>
          <p:nvPr>
            <p:ph type="body" idx="1"/>
          </p:nvPr>
        </p:nvSpPr>
        <p:spPr>
          <a:xfrm>
            <a:off x="952500" y="5393169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15"/>
          <p:cNvSpPr txBox="1">
            <a:spLocks noGrp="1"/>
          </p:cNvSpPr>
          <p:nvPr>
            <p:ph type="body" idx="4"/>
          </p:nvPr>
        </p:nvSpPr>
        <p:spPr>
          <a:xfrm>
            <a:off x="952500" y="4986745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5"/>
          <p:cNvSpPr txBox="1">
            <a:spLocks noGrp="1"/>
          </p:cNvSpPr>
          <p:nvPr>
            <p:ph type="body" idx="5"/>
          </p:nvPr>
        </p:nvSpPr>
        <p:spPr>
          <a:xfrm>
            <a:off x="3663042" y="5393169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15"/>
          <p:cNvSpPr txBox="1">
            <a:spLocks noGrp="1"/>
          </p:cNvSpPr>
          <p:nvPr>
            <p:ph type="body" idx="6"/>
          </p:nvPr>
        </p:nvSpPr>
        <p:spPr>
          <a:xfrm>
            <a:off x="3663042" y="4986745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7"/>
          </p:nvPr>
        </p:nvSpPr>
        <p:spPr>
          <a:xfrm>
            <a:off x="6367054" y="539316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15"/>
          <p:cNvSpPr txBox="1">
            <a:spLocks noGrp="1"/>
          </p:cNvSpPr>
          <p:nvPr>
            <p:ph type="body" idx="8"/>
          </p:nvPr>
        </p:nvSpPr>
        <p:spPr>
          <a:xfrm>
            <a:off x="6367054" y="4986745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15"/>
          <p:cNvSpPr txBox="1">
            <a:spLocks noGrp="1"/>
          </p:cNvSpPr>
          <p:nvPr>
            <p:ph type="body" idx="9"/>
          </p:nvPr>
        </p:nvSpPr>
        <p:spPr>
          <a:xfrm>
            <a:off x="9110254" y="539316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15"/>
          <p:cNvSpPr txBox="1">
            <a:spLocks noGrp="1"/>
          </p:cNvSpPr>
          <p:nvPr>
            <p:ph type="body" idx="13"/>
          </p:nvPr>
        </p:nvSpPr>
        <p:spPr>
          <a:xfrm>
            <a:off x="9110254" y="4986745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30" name="Google Shape;130;p15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31" name="Google Shape;131;p15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36" name="Google Shape;136;p15"/>
          <p:cNvSpPr>
            <a:spLocks noGrp="1"/>
          </p:cNvSpPr>
          <p:nvPr>
            <p:ph type="pic" idx="14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15"/>
          <p:cNvSpPr>
            <a:spLocks noGrp="1"/>
          </p:cNvSpPr>
          <p:nvPr>
            <p:ph type="pic" idx="15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15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5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5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4008">
          <p15:clr>
            <a:srgbClr val="FBAE40"/>
          </p15:clr>
        </p15:guide>
        <p15:guide id="5" pos="1944">
          <p15:clr>
            <a:srgbClr val="FBAE40"/>
          </p15:clr>
        </p15:guide>
        <p15:guide id="6" pos="3648">
          <p15:clr>
            <a:srgbClr val="FBAE40"/>
          </p15:clr>
        </p15:guide>
        <p15:guide id="7" orient="horz" pos="1392">
          <p15:clr>
            <a:srgbClr val="FBAE40"/>
          </p15:clr>
        </p15:guide>
        <p15:guide id="8" orient="horz" pos="552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pos="5352">
          <p15:clr>
            <a:srgbClr val="FBAE40"/>
          </p15:clr>
        </p15:guide>
        <p15:guide id="11" pos="5736">
          <p15:clr>
            <a:srgbClr val="FBAE40"/>
          </p15:clr>
        </p15:guide>
        <p15:guide id="12" orient="horz" pos="2904">
          <p15:clr>
            <a:srgbClr val="FBAE40"/>
          </p15:clr>
        </p15:guide>
        <p15:guide id="13" orient="horz" pos="160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">
  <p:cSld name="Timeline ">
    <p:bg>
      <p:bgPr>
        <a:solidFill>
          <a:schemeClr val="lt1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" name="Google Shape;142;p16"/>
          <p:cNvCxnSpPr/>
          <p:nvPr/>
        </p:nvCxnSpPr>
        <p:spPr>
          <a:xfrm flipH="1">
            <a:off x="1045959" y="2213783"/>
            <a:ext cx="2136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3" name="Google Shape;143;p16"/>
          <p:cNvCxnSpPr/>
          <p:nvPr/>
        </p:nvCxnSpPr>
        <p:spPr>
          <a:xfrm flipH="1">
            <a:off x="6180493" y="2213783"/>
            <a:ext cx="11102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4" name="Google Shape;144;p16"/>
          <p:cNvCxnSpPr/>
          <p:nvPr/>
        </p:nvCxnSpPr>
        <p:spPr>
          <a:xfrm flipH="1">
            <a:off x="8745623" y="3904712"/>
            <a:ext cx="2136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5" name="Google Shape;145;p16"/>
          <p:cNvCxnSpPr/>
          <p:nvPr/>
        </p:nvCxnSpPr>
        <p:spPr>
          <a:xfrm flipH="1">
            <a:off x="3611089" y="3895941"/>
            <a:ext cx="2136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16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6"/>
          <p:cNvSpPr txBox="1">
            <a:spLocks noGrp="1"/>
          </p:cNvSpPr>
          <p:nvPr>
            <p:ph type="body" idx="1"/>
          </p:nvPr>
        </p:nvSpPr>
        <p:spPr>
          <a:xfrm>
            <a:off x="1296955" y="293485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16"/>
          <p:cNvSpPr txBox="1">
            <a:spLocks noGrp="1"/>
          </p:cNvSpPr>
          <p:nvPr>
            <p:ph type="body" idx="2"/>
          </p:nvPr>
        </p:nvSpPr>
        <p:spPr>
          <a:xfrm>
            <a:off x="1296955" y="2568686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16"/>
          <p:cNvSpPr txBox="1">
            <a:spLocks noGrp="1"/>
          </p:cNvSpPr>
          <p:nvPr>
            <p:ph type="body" idx="3"/>
          </p:nvPr>
        </p:nvSpPr>
        <p:spPr>
          <a:xfrm>
            <a:off x="3897799" y="5087328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body" idx="4"/>
          </p:nvPr>
        </p:nvSpPr>
        <p:spPr>
          <a:xfrm>
            <a:off x="3897799" y="4701908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6"/>
          <p:cNvSpPr txBox="1">
            <a:spLocks noGrp="1"/>
          </p:cNvSpPr>
          <p:nvPr>
            <p:ph type="body" idx="5"/>
          </p:nvPr>
        </p:nvSpPr>
        <p:spPr>
          <a:xfrm>
            <a:off x="9001711" y="5087328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body" idx="6"/>
          </p:nvPr>
        </p:nvSpPr>
        <p:spPr>
          <a:xfrm>
            <a:off x="9001711" y="4701908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7"/>
          </p:nvPr>
        </p:nvSpPr>
        <p:spPr>
          <a:xfrm>
            <a:off x="6438143" y="293485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16"/>
          <p:cNvSpPr txBox="1">
            <a:spLocks noGrp="1"/>
          </p:cNvSpPr>
          <p:nvPr>
            <p:ph type="body" idx="8"/>
          </p:nvPr>
        </p:nvSpPr>
        <p:spPr>
          <a:xfrm>
            <a:off x="6438143" y="2568686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55" name="Google Shape;155;p16"/>
          <p:cNvCxnSpPr/>
          <p:nvPr/>
        </p:nvCxnSpPr>
        <p:spPr>
          <a:xfrm>
            <a:off x="967689" y="3968780"/>
            <a:ext cx="10275477" cy="0"/>
          </a:xfrm>
          <a:prstGeom prst="straightConnector1">
            <a:avLst/>
          </a:prstGeom>
          <a:noFill/>
          <a:ln w="1651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6" name="Google Shape;156;p16"/>
          <p:cNvSpPr/>
          <p:nvPr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0" name="Google Shape;160;p16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6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6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3768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orient="horz" pos="1512">
          <p15:clr>
            <a:srgbClr val="FBAE40"/>
          </p15:clr>
        </p15:guide>
        <p15:guide id="11" orient="horz" pos="28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">
  <p:cSld name="2 Col">
    <p:bg>
      <p:bgPr>
        <a:solidFill>
          <a:schemeClr val="lt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7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65" name="Google Shape;165;p17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68" name="Google Shape;168;p17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69" name="Google Shape;169;p17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p17"/>
          <p:cNvSpPr txBox="1"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2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body" idx="3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4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74" name="Google Shape;174;p17"/>
          <p:cNvCxnSpPr/>
          <p:nvPr/>
        </p:nvCxnSpPr>
        <p:spPr>
          <a:xfrm>
            <a:off x="63627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5" name="Google Shape;175;p17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7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7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">
  <p:cSld name="3 col">
    <p:bg>
      <p:bgPr>
        <a:solidFill>
          <a:schemeClr val="lt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18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80" name="Google Shape;180;p18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83" name="Google Shape;183;p18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84" name="Google Shape;184;p18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5" name="Google Shape;185;p18"/>
          <p:cNvSpPr txBox="1"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6" name="Google Shape;186;p18"/>
          <p:cNvSpPr txBox="1">
            <a:spLocks noGrp="1"/>
          </p:cNvSpPr>
          <p:nvPr>
            <p:ph type="body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18"/>
          <p:cNvSpPr txBox="1">
            <a:spLocks noGrp="1"/>
          </p:cNvSpPr>
          <p:nvPr>
            <p:ph type="body" idx="3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8" name="Google Shape;188;p18"/>
          <p:cNvSpPr txBox="1">
            <a:spLocks noGrp="1"/>
          </p:cNvSpPr>
          <p:nvPr>
            <p:ph type="body" idx="4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18"/>
          <p:cNvSpPr txBox="1">
            <a:spLocks noGrp="1"/>
          </p:cNvSpPr>
          <p:nvPr>
            <p:ph type="body" idx="5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0" name="Google Shape;190;p18"/>
          <p:cNvSpPr txBox="1">
            <a:spLocks noGrp="1"/>
          </p:cNvSpPr>
          <p:nvPr>
            <p:ph type="body" idx="6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91" name="Google Shape;191;p18"/>
          <p:cNvCxnSpPr/>
          <p:nvPr/>
        </p:nvCxnSpPr>
        <p:spPr>
          <a:xfrm>
            <a:off x="4569372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2" name="Google Shape;192;p18"/>
          <p:cNvCxnSpPr/>
          <p:nvPr/>
        </p:nvCxnSpPr>
        <p:spPr>
          <a:xfrm>
            <a:off x="8187017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3" name="Google Shape;193;p18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8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8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>
          <p15:clr>
            <a:srgbClr val="FBAE40"/>
          </p15:clr>
        </p15:guide>
        <p15:guide id="4" pos="5160">
          <p15:clr>
            <a:srgbClr val="FBAE40"/>
          </p15:clr>
        </p15:guide>
        <p15:guide id="5" orient="horz" pos="1224">
          <p15:clr>
            <a:srgbClr val="FBAE40"/>
          </p15:clr>
        </p15:guide>
        <p15:guide id="6" orient="horz" pos="1440">
          <p15:clr>
            <a:srgbClr val="FBAE40"/>
          </p15:clr>
        </p15:guide>
        <p15:guide id="7" orient="horz" pos="552">
          <p15:clr>
            <a:srgbClr val="FBAE40"/>
          </p15:clr>
        </p15:guide>
        <p15:guide id="8" pos="4800">
          <p15:clr>
            <a:srgbClr val="FBAE40"/>
          </p15:clr>
        </p15:guide>
        <p15:guide id="9" pos="2880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">
    <p:bg>
      <p:bgPr>
        <a:solidFill>
          <a:schemeClr val="lt1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 txBox="1">
            <a:spLocks noGrp="1"/>
          </p:cNvSpPr>
          <p:nvPr>
            <p:ph type="body" idx="1"/>
          </p:nvPr>
        </p:nvSpPr>
        <p:spPr>
          <a:xfrm>
            <a:off x="6896100" y="5102063"/>
            <a:ext cx="4914900" cy="58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0" i="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19"/>
          <p:cNvSpPr txBox="1">
            <a:spLocks noGrp="1"/>
          </p:cNvSpPr>
          <p:nvPr>
            <p:ph type="subTitle" idx="2"/>
          </p:nvPr>
        </p:nvSpPr>
        <p:spPr>
          <a:xfrm>
            <a:off x="6907623" y="3591098"/>
            <a:ext cx="4903377" cy="105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9" name="Google Shape;199;p19"/>
          <p:cNvSpPr txBox="1"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00" name="Google Shape;200;p19"/>
          <p:cNvCxnSpPr/>
          <p:nvPr/>
        </p:nvCxnSpPr>
        <p:spPr>
          <a:xfrm>
            <a:off x="6896100" y="3233703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1" name="Google Shape;201;p19"/>
          <p:cNvSpPr>
            <a:spLocks noGrp="1"/>
          </p:cNvSpPr>
          <p:nvPr>
            <p:ph type="pic" idx="3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02" name="Google Shape;202;p19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203" name="Google Shape;203;p19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4" name="Google Shape;204;p19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"/>
          <p:cNvSpPr txBox="1">
            <a:spLocks noGrp="1"/>
          </p:cNvSpPr>
          <p:nvPr>
            <p:ph type="ctrTitle"/>
          </p:nvPr>
        </p:nvSpPr>
        <p:spPr>
          <a:xfrm>
            <a:off x="5250254" y="148172"/>
            <a:ext cx="6461759" cy="115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anklin Gothic"/>
              <a:buNone/>
            </a:pPr>
            <a:r>
              <a:rPr lang="en-US" sz="3600" b="1" dirty="0"/>
              <a:t>Basic Details of the Team and Problem Statement</a:t>
            </a:r>
            <a:endParaRPr dirty="0"/>
          </a:p>
        </p:txBody>
      </p:sp>
      <p:sp>
        <p:nvSpPr>
          <p:cNvPr id="211" name="Google Shape;211;p1"/>
          <p:cNvSpPr txBox="1">
            <a:spLocks noGrp="1"/>
          </p:cNvSpPr>
          <p:nvPr>
            <p:ph type="body" idx="1"/>
          </p:nvPr>
        </p:nvSpPr>
        <p:spPr>
          <a:xfrm>
            <a:off x="5834067" y="1326091"/>
            <a:ext cx="6128318" cy="540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dirty="0">
                <a:latin typeface="Franklin Gothic"/>
                <a:ea typeface="Franklin Gothic"/>
                <a:cs typeface="Franklin Gothic"/>
                <a:sym typeface="Franklin Gothic"/>
              </a:rPr>
              <a:t>Ministry/Organization Name/Student Innovation: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IN" sz="1800" i="0" u="none" strike="noStrike" dirty="0">
                <a:solidFill>
                  <a:schemeClr val="tx1"/>
                </a:solidFill>
                <a:effectLst/>
                <a:latin typeface="Franklin Gothic" panose="020B0604020202020204" charset="0"/>
              </a:rPr>
              <a:t>Ministry of Environment</a:t>
            </a:r>
            <a:endParaRPr dirty="0">
              <a:solidFill>
                <a:schemeClr val="tx1"/>
              </a:solidFill>
              <a:latin typeface="Franklin Gothic" panose="020B0604020202020204" charset="0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dirty="0">
                <a:latin typeface="Franklin Gothic"/>
                <a:ea typeface="Franklin Gothic"/>
                <a:cs typeface="Franklin Gothic"/>
                <a:sym typeface="Franklin Gothic"/>
              </a:rPr>
              <a:t>PS Code:</a:t>
            </a:r>
            <a:r>
              <a:rPr lang="en-US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r>
              <a:rPr lang="en-IN" sz="1800" i="0" u="none" strike="noStrike" dirty="0">
                <a:solidFill>
                  <a:schemeClr val="tx1"/>
                </a:solidFill>
                <a:effectLst/>
                <a:latin typeface="Franklin Gothic" panose="020B0604020202020204" charset="0"/>
              </a:rPr>
              <a:t>SIH1392</a:t>
            </a:r>
            <a:r>
              <a:rPr lang="en-US" dirty="0">
                <a:solidFill>
                  <a:schemeClr val="tx1"/>
                </a:solidFill>
                <a:latin typeface="Franklin Gothic" panose="020B0604020202020204" charset="0"/>
                <a:ea typeface="Franklin Gothic"/>
                <a:cs typeface="Franklin Gothic"/>
                <a:sym typeface="Franklin Gothic"/>
              </a:rPr>
              <a:t>  </a:t>
            </a:r>
            <a:r>
              <a:rPr lang="en-US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en-US" dirty="0"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dirty="0">
                <a:latin typeface="Franklin Gothic"/>
                <a:ea typeface="Franklin Gothic"/>
                <a:cs typeface="Franklin Gothic"/>
                <a:sym typeface="Franklin Gothic"/>
              </a:rPr>
              <a:t>Problem Statement Title</a:t>
            </a:r>
            <a:r>
              <a:rPr lang="en-US" b="1" dirty="0">
                <a:latin typeface="Franklin Gothic"/>
                <a:ea typeface="Franklin Gothic"/>
                <a:cs typeface="Franklin Gothic"/>
                <a:sym typeface="Franklin Gothic"/>
              </a:rPr>
              <a:t>: </a:t>
            </a:r>
            <a:r>
              <a:rPr lang="en-IN" sz="1800" i="0" u="none" strike="noStrike" dirty="0">
                <a:solidFill>
                  <a:schemeClr val="tx1"/>
                </a:solidFill>
                <a:effectLst/>
                <a:latin typeface="Franklin Gothic" panose="020B0604020202020204" charset="0"/>
              </a:rPr>
              <a:t>E-Waste Facility Locator</a:t>
            </a:r>
            <a:endParaRPr dirty="0">
              <a:solidFill>
                <a:schemeClr val="tx1"/>
              </a:solidFill>
              <a:latin typeface="Franklin Gothic" panose="020B060402020202020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en-US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dirty="0">
                <a:latin typeface="Franklin Gothic"/>
                <a:ea typeface="Franklin Gothic"/>
                <a:cs typeface="Franklin Gothic"/>
                <a:sym typeface="Franklin Gothic"/>
              </a:rPr>
              <a:t>Team Name: </a:t>
            </a:r>
            <a:r>
              <a:rPr lang="en-IN" sz="1800" i="0" u="none" strike="noStrike" dirty="0">
                <a:solidFill>
                  <a:schemeClr val="tx1"/>
                </a:solidFill>
                <a:effectLst/>
                <a:latin typeface="Franklin Gothic" panose="020B0604020202020204" charset="0"/>
              </a:rPr>
              <a:t>AITCMPNY</a:t>
            </a:r>
            <a:endParaRPr dirty="0">
              <a:solidFill>
                <a:schemeClr val="tx1"/>
              </a:solidFill>
              <a:latin typeface="Franklin Gothic" panose="020B060402020202020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en-US" dirty="0"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dirty="0">
                <a:latin typeface="Franklin Gothic"/>
                <a:ea typeface="Franklin Gothic"/>
                <a:cs typeface="Franklin Gothic"/>
                <a:sym typeface="Franklin Gothic"/>
              </a:rPr>
              <a:t>Team Leader Name: </a:t>
            </a:r>
            <a:r>
              <a:rPr lang="en-IN" sz="1800" i="0" u="none" strike="noStrike" dirty="0">
                <a:solidFill>
                  <a:schemeClr val="tx1"/>
                </a:solidFill>
                <a:effectLst/>
                <a:latin typeface="Franklin Gothic" panose="020B0604020202020204" charset="0"/>
              </a:rPr>
              <a:t>Chaitali Gaikwad</a:t>
            </a:r>
            <a:endParaRPr dirty="0">
              <a:solidFill>
                <a:schemeClr val="tx1"/>
              </a:solidFill>
              <a:latin typeface="Franklin Gothic" panose="020B060402020202020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en-US" dirty="0"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dirty="0">
                <a:latin typeface="Franklin Gothic"/>
                <a:ea typeface="Franklin Gothic"/>
                <a:cs typeface="Franklin Gothic"/>
                <a:sym typeface="Franklin Gothic"/>
              </a:rPr>
              <a:t>Institute Code (</a:t>
            </a:r>
            <a:r>
              <a:rPr lang="en-US" dirty="0">
                <a:latin typeface="Franklin Gothic" panose="020B0604020202020204" charset="0"/>
                <a:ea typeface="Franklin Gothic"/>
                <a:cs typeface="Franklin Gothic"/>
                <a:sym typeface="Franklin Gothic"/>
              </a:rPr>
              <a:t>AISH</a:t>
            </a:r>
            <a:r>
              <a:rPr lang="en-US" dirty="0">
                <a:latin typeface="Franklin Gothic" panose="020B0604020202020204" charset="0"/>
                <a:sym typeface="Franklin Gothic"/>
              </a:rPr>
              <a:t>E): </a:t>
            </a:r>
            <a:r>
              <a:rPr lang="en-US" dirty="0">
                <a:solidFill>
                  <a:schemeClr val="tx1"/>
                </a:solidFill>
                <a:latin typeface="Franklin Gothic" panose="020B0604020202020204" charset="0"/>
                <a:ea typeface="Franklin Gothic"/>
                <a:cs typeface="Franklin Gothic"/>
                <a:sym typeface="Franklin Gothic"/>
              </a:rPr>
              <a:t>C-33895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en-US" dirty="0"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dirty="0">
                <a:latin typeface="Franklin Gothic"/>
                <a:ea typeface="Franklin Gothic"/>
                <a:cs typeface="Franklin Gothic"/>
                <a:sym typeface="Franklin Gothic"/>
              </a:rPr>
              <a:t>Institute Name: </a:t>
            </a:r>
            <a:r>
              <a:rPr lang="en-US" sz="1800" i="0" u="none" strike="noStrike" dirty="0">
                <a:solidFill>
                  <a:schemeClr val="tx1"/>
                </a:solidFill>
                <a:effectLst/>
                <a:latin typeface="Franklin Gothic" panose="020B0604020202020204" charset="0"/>
              </a:rPr>
              <a:t>Vivekanand Education Society’s Institute of Technology, Chembur</a:t>
            </a:r>
            <a:endParaRPr dirty="0">
              <a:solidFill>
                <a:schemeClr val="tx1"/>
              </a:solidFill>
              <a:latin typeface="Franklin Gothic" panose="020B060402020202020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dirty="0">
                <a:latin typeface="Franklin Gothic"/>
                <a:ea typeface="Franklin Gothic"/>
                <a:cs typeface="Franklin Gothic"/>
                <a:sym typeface="Franklin Gothic"/>
              </a:rPr>
              <a:t>Theme Name: </a:t>
            </a:r>
            <a:r>
              <a:rPr lang="en-IN" sz="1800" i="0" u="none" strike="noStrike" dirty="0">
                <a:solidFill>
                  <a:schemeClr val="tx1"/>
                </a:solidFill>
                <a:effectLst/>
                <a:latin typeface="Franklin Gothic" panose="020B0604020202020204" charset="0"/>
              </a:rPr>
              <a:t>Smart Automation</a:t>
            </a:r>
            <a:endParaRPr dirty="0">
              <a:solidFill>
                <a:schemeClr val="tx1"/>
              </a:solidFill>
              <a:latin typeface="Franklin Gothic" panose="020B0604020202020204" charset="0"/>
            </a:endParaRPr>
          </a:p>
        </p:txBody>
      </p:sp>
      <p:pic>
        <p:nvPicPr>
          <p:cNvPr id="212" name="Google Shape;212;p1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1213475" y="252206"/>
            <a:ext cx="3330245" cy="1670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"/>
          <p:cNvSpPr txBox="1">
            <a:spLocks noGrp="1"/>
          </p:cNvSpPr>
          <p:nvPr>
            <p:ph type="title"/>
          </p:nvPr>
        </p:nvSpPr>
        <p:spPr>
          <a:xfrm>
            <a:off x="124287" y="0"/>
            <a:ext cx="5534431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Franklin Gothic"/>
              <a:buNone/>
            </a:pPr>
            <a:r>
              <a:rPr lang="en-US" dirty="0"/>
              <a:t>Idea/Approach Details</a:t>
            </a:r>
            <a:endParaRPr dirty="0"/>
          </a:p>
        </p:txBody>
      </p:sp>
      <p:sp>
        <p:nvSpPr>
          <p:cNvPr id="218" name="Google Shape;218;p2"/>
          <p:cNvSpPr txBox="1">
            <a:spLocks noGrp="1"/>
          </p:cNvSpPr>
          <p:nvPr>
            <p:ph type="body" idx="1"/>
          </p:nvPr>
        </p:nvSpPr>
        <p:spPr>
          <a:xfrm>
            <a:off x="124287" y="610863"/>
            <a:ext cx="6871317" cy="624713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IN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ranklin Gothic"/>
              </a:rPr>
              <a:t>We’re looking for a solution by creating an android and web-based application that will serve as a platform for consumers to get rid of accumulated Electronic waste while also benefiting technologically. The prototype will function as follows:</a:t>
            </a:r>
            <a:endPara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Noto Sans Symbols"/>
              <a:buChar char="⮚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Getting the </a:t>
            </a: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location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through the application and allowing user to locate the </a:t>
            </a: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nearest </a:t>
            </a:r>
            <a:r>
              <a:rPr lang="en-US" sz="1800" b="1" i="0" u="none" strike="noStrike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E-Waste Facility center</a:t>
            </a: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user can also manually search for a particular location.  </a:t>
            </a:r>
          </a:p>
          <a:p>
            <a:pPr marL="285750" lvl="0" indent="-28575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Identifying the E- wastes trough image screening using </a:t>
            </a: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Artificial Intelligence (AI)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lvl="0" indent="-28575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Users generate revenue in the form of </a:t>
            </a: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credit points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providing the E-waste to nearby government </a:t>
            </a:r>
            <a:r>
              <a:rPr lang="en-US" sz="1800" i="0" u="none" strike="noStrike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E-Waste Facility center.</a:t>
            </a:r>
          </a:p>
          <a:p>
            <a:pPr marL="285750" lvl="0" indent="-28575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Generating of equivalence amount of credit points according to the quality and type of E-waste and the precious metals used in it through </a:t>
            </a: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Learning (ML) and Artificial Intelligence (AL).</a:t>
            </a:r>
          </a:p>
          <a:p>
            <a:pPr marL="285750" lvl="0" indent="-28575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nearest E-waste </a:t>
            </a:r>
            <a:r>
              <a:rPr lang="en-US" sz="1800" i="0" u="none" strike="noStrike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Facility center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the customer’s location is assigned to collect the waste through path optimization. </a:t>
            </a:r>
          </a:p>
          <a:p>
            <a:pPr marL="285750" lvl="0" indent="-28575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Credit point can be redeemed in various forms such as </a:t>
            </a: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discounts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deals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coupons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prizes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can be utilized in other third-party apps. It even includes coupons that will be used in transactions of </a:t>
            </a: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cryptocurrency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NFTs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various trading apps.</a:t>
            </a:r>
          </a:p>
          <a:p>
            <a:pPr marL="285750" lvl="0" indent="-18415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9" name="Google Shape;219;p2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20" name="Google Shape;220;p2"/>
          <p:cNvSpPr>
            <a:spLocks noGrp="1"/>
          </p:cNvSpPr>
          <p:nvPr>
            <p:ph type="pic" idx="2"/>
          </p:nvPr>
        </p:nvSpPr>
        <p:spPr>
          <a:xfrm>
            <a:off x="7378575" y="144261"/>
            <a:ext cx="4689138" cy="345154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221" name="Google Shape;221;p2"/>
          <p:cNvSpPr txBox="1"/>
          <p:nvPr/>
        </p:nvSpPr>
        <p:spPr>
          <a:xfrm>
            <a:off x="7378575" y="2118476"/>
            <a:ext cx="468913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Add process flow chart or simulated image of prototype or any relevant image related to your idea</a:t>
            </a:r>
            <a:endParaRPr dirty="0"/>
          </a:p>
        </p:txBody>
      </p:sp>
      <p:sp>
        <p:nvSpPr>
          <p:cNvPr id="222" name="Google Shape;222;p2"/>
          <p:cNvSpPr txBox="1"/>
          <p:nvPr/>
        </p:nvSpPr>
        <p:spPr>
          <a:xfrm>
            <a:off x="7378575" y="3820783"/>
            <a:ext cx="4572001" cy="275908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en-US" sz="1800" b="0" i="0" dirty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Technology stack :</a:t>
            </a:r>
            <a:endParaRPr lang="en-US" dirty="0"/>
          </a:p>
          <a:p>
            <a:pPr marR="0" lvl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1C4122-6629-F045-8985-EEB5EA5E3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195" y="4257595"/>
            <a:ext cx="4406759" cy="1885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"/>
          <p:cNvSpPr txBox="1">
            <a:spLocks noGrp="1"/>
          </p:cNvSpPr>
          <p:nvPr>
            <p:ph type="title"/>
          </p:nvPr>
        </p:nvSpPr>
        <p:spPr>
          <a:xfrm>
            <a:off x="952499" y="1096346"/>
            <a:ext cx="5780809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Franklin Gothic"/>
              <a:buNone/>
            </a:pPr>
            <a:r>
              <a:rPr lang="en-US" dirty="0"/>
              <a:t>Idea/Approach Details</a:t>
            </a:r>
            <a:endParaRPr dirty="0"/>
          </a:p>
        </p:txBody>
      </p:sp>
      <p:sp>
        <p:nvSpPr>
          <p:cNvPr id="228" name="Google Shape;228;p3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1800" dirty="0"/>
              <a:t>Use Cases</a:t>
            </a:r>
            <a:endParaRPr dirty="0"/>
          </a:p>
        </p:txBody>
      </p:sp>
      <p:sp>
        <p:nvSpPr>
          <p:cNvPr id="229" name="Google Shape;229;p3"/>
          <p:cNvSpPr txBox="1">
            <a:spLocks noGrp="1"/>
          </p:cNvSpPr>
          <p:nvPr>
            <p:ph type="body" idx="1"/>
          </p:nvPr>
        </p:nvSpPr>
        <p:spPr>
          <a:xfrm>
            <a:off x="952499" y="2656903"/>
            <a:ext cx="5143501" cy="410312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Simply take a snapshots and send it to our platform if you have any kind of E-waste.</a:t>
            </a:r>
          </a:p>
          <a:p>
            <a:pPr marL="285750" lvl="0" indent="-285750" algn="just">
              <a:spcBef>
                <a:spcPts val="0"/>
              </a:spcBef>
              <a:buFont typeface="Noto Sans Symbols"/>
              <a:buChar char="⮚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can use AL and ML to assess the quality and quantity as well as precious metals used in the E-waste and generate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Credit points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 on that information.</a:t>
            </a:r>
          </a:p>
          <a:p>
            <a:pPr marL="285750" lvl="0" indent="-285750" algn="just">
              <a:spcBef>
                <a:spcPts val="0"/>
              </a:spcBef>
              <a:buFont typeface="Noto Sans Symbols"/>
              <a:buChar char="⮚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Through an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automation system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model tracks the user’s location and the user can select nearest </a:t>
            </a:r>
            <a:r>
              <a:rPr lang="en-US" sz="180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E-Waste Facility center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the dumping of the E-waste.</a:t>
            </a:r>
          </a:p>
          <a:p>
            <a:pPr marL="285750" lvl="0" indent="-285750" algn="just">
              <a:spcBef>
                <a:spcPts val="0"/>
              </a:spcBef>
              <a:buFont typeface="Noto Sans Symbols"/>
              <a:buChar char="⮚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 providing the E-waste, the user get credit points for redeeming attractive offers and prizes on the third-party apps.</a:t>
            </a:r>
          </a:p>
          <a:p>
            <a:pPr marL="285750" indent="-285750" algn="just">
              <a:spcBef>
                <a:spcPts val="0"/>
              </a:spcBef>
              <a:buFont typeface="Noto Sans Symbols"/>
              <a:buChar char="⮚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spread awareness through various news articles and facts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about electronic devices and e-waste in the whole website</a:t>
            </a:r>
          </a:p>
          <a:p>
            <a:pPr marL="285750" lvl="0" indent="-285750" algn="just">
              <a:spcBef>
                <a:spcPts val="0"/>
              </a:spcBef>
              <a:buFont typeface="Noto Sans Symbols"/>
              <a:buChar char="⮚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just">
              <a:spcBef>
                <a:spcPts val="0"/>
              </a:spcBef>
            </a:pP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0" name="Google Shape;230;p3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31" name="Google Shape;231;p3"/>
          <p:cNvSpPr txBox="1"/>
          <p:nvPr/>
        </p:nvSpPr>
        <p:spPr>
          <a:xfrm>
            <a:off x="6248399" y="1849533"/>
            <a:ext cx="51435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en-US" sz="1800" b="0" i="0" dirty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Dependencies / Show stopper</a:t>
            </a:r>
            <a:endParaRPr dirty="0"/>
          </a:p>
        </p:txBody>
      </p:sp>
      <p:sp>
        <p:nvSpPr>
          <p:cNvPr id="232" name="Google Shape;232;p3"/>
          <p:cNvSpPr txBox="1"/>
          <p:nvPr/>
        </p:nvSpPr>
        <p:spPr>
          <a:xfrm>
            <a:off x="6248399" y="2165448"/>
            <a:ext cx="5355772" cy="441442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800" b="0" i="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ibre Franklin"/>
              </a:rPr>
              <a:t>  A multilingual android and web based platform based on </a:t>
            </a:r>
            <a:r>
              <a:rPr lang="en-US" sz="1800" b="1" i="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ibre Franklin"/>
              </a:rPr>
              <a:t>32 different languages</a:t>
            </a:r>
            <a:r>
              <a:rPr lang="en-US" sz="1800" b="0" i="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ibre Franklin"/>
              </a:rPr>
              <a:t>, which servers the term “Waste management” – a proper and efficient structure </a:t>
            </a:r>
          </a:p>
          <a:p>
            <a:pPr marL="285750" marR="0" lvl="0" indent="-2857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Providing more insights to those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E-Waste Facility centers who had unstable customers.</a:t>
            </a:r>
          </a:p>
          <a:p>
            <a:pPr marL="285750" marR="0" lvl="0" indent="-2857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Automatic generation of credit points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according to the quality, quantity and precious metals and the amount used though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Learning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Artificial Intelligence.</a:t>
            </a:r>
          </a:p>
          <a:p>
            <a:pPr marL="285750" marR="0" lvl="0" indent="-2857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app also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spread awareness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among the users and the citizens through the up to date news articles. 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661750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 dirty="0"/>
              <a:t>Team Member Details 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8486E4-C1A3-2DF6-F8E3-4B957E00215F}"/>
              </a:ext>
            </a:extLst>
          </p:cNvPr>
          <p:cNvSpPr txBox="1"/>
          <p:nvPr/>
        </p:nvSpPr>
        <p:spPr>
          <a:xfrm>
            <a:off x="964023" y="2025908"/>
            <a:ext cx="11168743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IN" sz="1300" b="1" i="0" u="none" strike="noStrike" dirty="0">
                <a:solidFill>
                  <a:srgbClr val="5D7C3F"/>
                </a:solidFill>
                <a:effectLst/>
                <a:latin typeface="Libre Franklin" pitchFamily="2" charset="0"/>
              </a:rPr>
              <a:t>Team Leader Name: </a:t>
            </a:r>
            <a:r>
              <a:rPr lang="en-IN" sz="1300" b="1" i="0" u="none" strike="noStrike" dirty="0" err="1">
                <a:solidFill>
                  <a:schemeClr val="tx1"/>
                </a:solidFill>
                <a:effectLst/>
                <a:latin typeface="Libre Franklin" pitchFamily="2" charset="0"/>
              </a:rPr>
              <a:t>Chaitail</a:t>
            </a:r>
            <a:r>
              <a:rPr lang="en-IN" sz="1300" b="1" i="0" u="none" strike="noStrike" dirty="0">
                <a:solidFill>
                  <a:schemeClr val="tx1"/>
                </a:solidFill>
                <a:effectLst/>
                <a:latin typeface="Libre Franklin" pitchFamily="2" charset="0"/>
              </a:rPr>
              <a:t> Gaikwad</a:t>
            </a:r>
            <a:endParaRPr lang="en-IN" sz="1300" b="0" dirty="0">
              <a:solidFill>
                <a:schemeClr val="tx1"/>
              </a:solidFill>
              <a:effectLst/>
            </a:endParaRPr>
          </a:p>
          <a:p>
            <a:pPr rtl="0">
              <a:spcBef>
                <a:spcPts val="1000"/>
              </a:spcBef>
              <a:spcAft>
                <a:spcPts val="0"/>
              </a:spcAft>
            </a:pPr>
            <a:r>
              <a:rPr lang="en-IN" sz="1300" b="1" i="0" u="none" strike="noStrike" dirty="0">
                <a:solidFill>
                  <a:srgbClr val="000000"/>
                </a:solidFill>
                <a:effectLst/>
                <a:latin typeface="Libre Franklin" pitchFamily="2" charset="0"/>
              </a:rPr>
              <a:t>Branch: BE </a:t>
            </a:r>
            <a:r>
              <a:rPr lang="en-IN" sz="1300" b="1" dirty="0">
                <a:latin typeface="Libre Franklin" pitchFamily="2" charset="0"/>
              </a:rPr>
              <a:t>			</a:t>
            </a:r>
            <a:r>
              <a:rPr lang="en-IN" sz="1300" b="1" i="0" u="none" strike="noStrike" dirty="0">
                <a:solidFill>
                  <a:srgbClr val="000000"/>
                </a:solidFill>
                <a:effectLst/>
                <a:latin typeface="Libre Franklin" pitchFamily="2" charset="0"/>
              </a:rPr>
              <a:t>Stream: AIDS</a:t>
            </a:r>
            <a:r>
              <a:rPr lang="en-IN" sz="1300" b="1" dirty="0">
                <a:latin typeface="Libre Franklin" pitchFamily="2" charset="0"/>
              </a:rPr>
              <a:t>			</a:t>
            </a:r>
            <a:r>
              <a:rPr lang="en-IN" sz="1300" b="1" i="0" u="none" strike="noStrike" dirty="0">
                <a:solidFill>
                  <a:srgbClr val="000000"/>
                </a:solidFill>
                <a:effectLst/>
                <a:latin typeface="Libre Franklin" pitchFamily="2" charset="0"/>
              </a:rPr>
              <a:t>Year: III </a:t>
            </a:r>
            <a:br>
              <a:rPr lang="en-IN" sz="1300" b="0" dirty="0">
                <a:effectLst/>
              </a:rPr>
            </a:br>
            <a:r>
              <a:rPr lang="en-IN" sz="1300" b="1" i="0" u="none" strike="noStrike" dirty="0">
                <a:solidFill>
                  <a:srgbClr val="5D7C3F"/>
                </a:solidFill>
                <a:effectLst/>
                <a:latin typeface="Libre Franklin" pitchFamily="2" charset="0"/>
              </a:rPr>
              <a:t>Team Member 1 Name: </a:t>
            </a:r>
            <a:r>
              <a:rPr lang="en-IN" sz="1300" b="1" i="0" u="none" strike="noStrike" dirty="0">
                <a:solidFill>
                  <a:schemeClr val="tx1"/>
                </a:solidFill>
                <a:effectLst/>
                <a:latin typeface="Libre Franklin" pitchFamily="2" charset="0"/>
              </a:rPr>
              <a:t>Aryan </a:t>
            </a:r>
            <a:r>
              <a:rPr lang="en-IN" sz="1300" b="1" i="0" u="none" strike="noStrike" dirty="0" err="1">
                <a:solidFill>
                  <a:schemeClr val="tx1"/>
                </a:solidFill>
                <a:effectLst/>
                <a:latin typeface="Libre Franklin" pitchFamily="2" charset="0"/>
              </a:rPr>
              <a:t>Raje</a:t>
            </a:r>
            <a:endParaRPr lang="en-IN" sz="1300" b="0" dirty="0">
              <a:solidFill>
                <a:schemeClr val="tx1"/>
              </a:solidFill>
              <a:effectLst/>
            </a:endParaRPr>
          </a:p>
          <a:p>
            <a:pPr rtl="0">
              <a:spcBef>
                <a:spcPts val="1000"/>
              </a:spcBef>
              <a:spcAft>
                <a:spcPts val="0"/>
              </a:spcAft>
            </a:pPr>
            <a:r>
              <a:rPr lang="en-IN" sz="1300" b="1" i="0" u="none" strike="noStrike" dirty="0">
                <a:solidFill>
                  <a:srgbClr val="000000"/>
                </a:solidFill>
                <a:effectLst/>
                <a:latin typeface="Libre Franklin" pitchFamily="2" charset="0"/>
              </a:rPr>
              <a:t>Branch: BE 			Stream: CSE 			Year: III </a:t>
            </a:r>
            <a:endParaRPr lang="en-IN" sz="1300" b="0" dirty="0">
              <a:effectLst/>
            </a:endParaRPr>
          </a:p>
          <a:p>
            <a:pPr rtl="0">
              <a:spcBef>
                <a:spcPts val="1000"/>
              </a:spcBef>
              <a:spcAft>
                <a:spcPts val="0"/>
              </a:spcAft>
            </a:pPr>
            <a:r>
              <a:rPr lang="en-IN" sz="1300" b="1" i="0" u="none" strike="noStrike" dirty="0">
                <a:solidFill>
                  <a:srgbClr val="5D7C3F"/>
                </a:solidFill>
                <a:effectLst/>
                <a:latin typeface="Libre Franklin" pitchFamily="2" charset="0"/>
              </a:rPr>
              <a:t>Team Member 2 Name: </a:t>
            </a:r>
            <a:r>
              <a:rPr lang="en-IN" sz="1300" b="1" i="0" u="none" strike="noStrike" dirty="0">
                <a:solidFill>
                  <a:schemeClr val="tx1"/>
                </a:solidFill>
                <a:effectLst/>
                <a:latin typeface="Libre Franklin" pitchFamily="2" charset="0"/>
              </a:rPr>
              <a:t>Ishita Marathe</a:t>
            </a:r>
            <a:endParaRPr lang="en-IN" sz="1300" b="0" dirty="0">
              <a:solidFill>
                <a:schemeClr val="tx1"/>
              </a:solidFill>
              <a:effectLst/>
            </a:endParaRPr>
          </a:p>
          <a:p>
            <a:pPr rtl="0">
              <a:spcBef>
                <a:spcPts val="1000"/>
              </a:spcBef>
              <a:spcAft>
                <a:spcPts val="0"/>
              </a:spcAft>
            </a:pPr>
            <a:r>
              <a:rPr lang="en-IN" sz="1300" b="1" i="0" u="none" strike="noStrike" dirty="0">
                <a:solidFill>
                  <a:srgbClr val="000000"/>
                </a:solidFill>
                <a:effectLst/>
                <a:latin typeface="Libre Franklin" pitchFamily="2" charset="0"/>
              </a:rPr>
              <a:t>Branch: BE 			Stream: CSE 			Year: III </a:t>
            </a:r>
            <a:endParaRPr lang="en-IN" sz="1300" b="0" dirty="0">
              <a:effectLst/>
            </a:endParaRPr>
          </a:p>
          <a:p>
            <a:pPr rtl="0">
              <a:spcBef>
                <a:spcPts val="1000"/>
              </a:spcBef>
              <a:spcAft>
                <a:spcPts val="0"/>
              </a:spcAft>
            </a:pPr>
            <a:r>
              <a:rPr lang="en-IN" sz="1300" b="1" i="0" u="none" strike="noStrike" dirty="0">
                <a:solidFill>
                  <a:srgbClr val="5D7C3F"/>
                </a:solidFill>
                <a:effectLst/>
                <a:latin typeface="Libre Franklin" pitchFamily="2" charset="0"/>
              </a:rPr>
              <a:t>Team Member 3 Name: </a:t>
            </a:r>
            <a:r>
              <a:rPr lang="en-IN" sz="1300" b="1" i="0" u="none" strike="noStrike" dirty="0">
                <a:solidFill>
                  <a:schemeClr val="tx1"/>
                </a:solidFill>
                <a:effectLst/>
                <a:latin typeface="Libre Franklin" pitchFamily="2" charset="0"/>
              </a:rPr>
              <a:t>Kanak </a:t>
            </a:r>
            <a:r>
              <a:rPr lang="en-IN" sz="1300" b="1" i="0" u="none" strike="noStrike" dirty="0" err="1">
                <a:solidFill>
                  <a:schemeClr val="tx1"/>
                </a:solidFill>
                <a:effectLst/>
                <a:latin typeface="Libre Franklin" pitchFamily="2" charset="0"/>
              </a:rPr>
              <a:t>Pendse</a:t>
            </a:r>
            <a:endParaRPr lang="en-IN" sz="1300" b="0" dirty="0">
              <a:solidFill>
                <a:schemeClr val="tx1"/>
              </a:solidFill>
              <a:effectLst/>
            </a:endParaRPr>
          </a:p>
          <a:p>
            <a:pPr rtl="0">
              <a:spcBef>
                <a:spcPts val="1000"/>
              </a:spcBef>
              <a:spcAft>
                <a:spcPts val="0"/>
              </a:spcAft>
            </a:pPr>
            <a:r>
              <a:rPr lang="en-IN" sz="1300" b="1" i="0" u="none" strike="noStrike" dirty="0">
                <a:solidFill>
                  <a:srgbClr val="000000"/>
                </a:solidFill>
                <a:effectLst/>
                <a:latin typeface="Libre Franklin" pitchFamily="2" charset="0"/>
              </a:rPr>
              <a:t>Branch: BE 			Stream: INFT 			Year: III </a:t>
            </a:r>
            <a:endParaRPr lang="en-IN" sz="1300" b="0" dirty="0">
              <a:effectLst/>
            </a:endParaRPr>
          </a:p>
          <a:p>
            <a:pPr rtl="0">
              <a:spcBef>
                <a:spcPts val="1000"/>
              </a:spcBef>
              <a:spcAft>
                <a:spcPts val="0"/>
              </a:spcAft>
            </a:pPr>
            <a:r>
              <a:rPr lang="en-IN" sz="1300" b="1" i="0" u="none" strike="noStrike" dirty="0">
                <a:solidFill>
                  <a:srgbClr val="5D7C3F"/>
                </a:solidFill>
                <a:effectLst/>
                <a:latin typeface="Libre Franklin" pitchFamily="2" charset="0"/>
              </a:rPr>
              <a:t>Team Member 4 Name: </a:t>
            </a:r>
            <a:r>
              <a:rPr lang="en-IN" sz="1300" b="1" i="0" u="none" strike="noStrike" dirty="0">
                <a:solidFill>
                  <a:schemeClr val="tx1"/>
                </a:solidFill>
                <a:effectLst/>
                <a:latin typeface="Libre Franklin" pitchFamily="2" charset="0"/>
              </a:rPr>
              <a:t>Kapil </a:t>
            </a:r>
            <a:r>
              <a:rPr lang="en-IN" sz="1300" b="1" i="0" u="none" strike="noStrike" dirty="0" err="1">
                <a:solidFill>
                  <a:schemeClr val="tx1"/>
                </a:solidFill>
                <a:effectLst/>
                <a:latin typeface="Libre Franklin" pitchFamily="2" charset="0"/>
              </a:rPr>
              <a:t>Bodas</a:t>
            </a:r>
            <a:endParaRPr lang="en-IN" sz="1300" b="0" dirty="0">
              <a:solidFill>
                <a:schemeClr val="tx1"/>
              </a:solidFill>
              <a:effectLst/>
            </a:endParaRPr>
          </a:p>
          <a:p>
            <a:pPr rtl="0">
              <a:spcBef>
                <a:spcPts val="1000"/>
              </a:spcBef>
              <a:spcAft>
                <a:spcPts val="0"/>
              </a:spcAft>
            </a:pPr>
            <a:r>
              <a:rPr lang="en-IN" sz="1300" b="1" i="0" u="none" strike="noStrike" dirty="0">
                <a:solidFill>
                  <a:srgbClr val="000000"/>
                </a:solidFill>
                <a:effectLst/>
                <a:latin typeface="Libre Franklin" pitchFamily="2" charset="0"/>
              </a:rPr>
              <a:t>Branch: BE 			Stream: AIDS 			Year: III  </a:t>
            </a:r>
            <a:endParaRPr lang="en-IN" sz="1300" b="0" dirty="0">
              <a:effectLst/>
            </a:endParaRPr>
          </a:p>
          <a:p>
            <a:pPr rtl="0">
              <a:spcBef>
                <a:spcPts val="1000"/>
              </a:spcBef>
              <a:spcAft>
                <a:spcPts val="0"/>
              </a:spcAft>
            </a:pPr>
            <a:r>
              <a:rPr lang="en-IN" sz="1300" b="1" i="0" u="none" strike="noStrike" dirty="0">
                <a:solidFill>
                  <a:srgbClr val="5D7C3F"/>
                </a:solidFill>
                <a:effectLst/>
                <a:latin typeface="Libre Franklin" pitchFamily="2" charset="0"/>
              </a:rPr>
              <a:t>Team Member 5 Name: </a:t>
            </a:r>
            <a:r>
              <a:rPr lang="en-IN" sz="1300" b="1" i="0" u="none" strike="noStrike" dirty="0">
                <a:solidFill>
                  <a:schemeClr val="tx1"/>
                </a:solidFill>
                <a:effectLst/>
                <a:latin typeface="Libre Franklin" pitchFamily="2" charset="0"/>
              </a:rPr>
              <a:t>M Kaif Qureshi</a:t>
            </a:r>
            <a:endParaRPr lang="en-IN" sz="1300" b="0" dirty="0">
              <a:solidFill>
                <a:schemeClr val="tx1"/>
              </a:solidFill>
              <a:effectLst/>
            </a:endParaRPr>
          </a:p>
          <a:p>
            <a:pPr rtl="0">
              <a:spcBef>
                <a:spcPts val="1000"/>
              </a:spcBef>
              <a:spcAft>
                <a:spcPts val="0"/>
              </a:spcAft>
            </a:pPr>
            <a:r>
              <a:rPr lang="en-IN" sz="1300" b="1" i="0" u="none" strike="noStrike" dirty="0">
                <a:solidFill>
                  <a:srgbClr val="000000"/>
                </a:solidFill>
                <a:effectLst/>
                <a:latin typeface="Libre Franklin" pitchFamily="2" charset="0"/>
              </a:rPr>
              <a:t>Branch: BE 			Stream: CSE 			Year: III </a:t>
            </a:r>
            <a:endParaRPr lang="en-IN" sz="1300" b="0" dirty="0">
              <a:effectLst/>
            </a:endParaRPr>
          </a:p>
          <a:p>
            <a:pPr rtl="0">
              <a:spcBef>
                <a:spcPts val="1000"/>
              </a:spcBef>
              <a:spcAft>
                <a:spcPts val="0"/>
              </a:spcAft>
            </a:pPr>
            <a:r>
              <a:rPr lang="en-IN" sz="1300" b="1" i="0" u="none" strike="noStrike" dirty="0">
                <a:solidFill>
                  <a:srgbClr val="804160"/>
                </a:solidFill>
                <a:effectLst/>
                <a:latin typeface="Libre Franklin" pitchFamily="2" charset="0"/>
              </a:rPr>
              <a:t>Team Mentor 1 Name: </a:t>
            </a:r>
            <a:r>
              <a:rPr lang="en-IN" sz="1300" b="1" i="0" u="none" strike="noStrike" dirty="0">
                <a:solidFill>
                  <a:schemeClr val="tx1"/>
                </a:solidFill>
                <a:effectLst/>
                <a:latin typeface="Libre Franklin" pitchFamily="2" charset="0"/>
              </a:rPr>
              <a:t>Mr. Amit Singh</a:t>
            </a:r>
            <a:endParaRPr lang="en-IN" sz="1300" b="0" dirty="0">
              <a:solidFill>
                <a:schemeClr val="tx1"/>
              </a:solidFill>
              <a:effectLst/>
            </a:endParaRPr>
          </a:p>
          <a:p>
            <a:pPr rtl="0">
              <a:spcBef>
                <a:spcPts val="1000"/>
              </a:spcBef>
              <a:spcAft>
                <a:spcPts val="0"/>
              </a:spcAft>
            </a:pPr>
            <a:r>
              <a:rPr lang="en-IN" sz="1300" b="1" i="0" u="none" strike="noStrike" dirty="0">
                <a:solidFill>
                  <a:srgbClr val="000000"/>
                </a:solidFill>
                <a:effectLst/>
                <a:latin typeface="Libre Franklin" pitchFamily="2" charset="0"/>
              </a:rPr>
              <a:t>Category: Academic   		Expertise : DSA, Artificial Intelligence, Java       Domain Experience (in years):    15</a:t>
            </a:r>
            <a:endParaRPr lang="en-IN" sz="1300" b="0" dirty="0">
              <a:effectLst/>
            </a:endParaRPr>
          </a:p>
          <a:p>
            <a:br>
              <a:rPr lang="en-IN" sz="1300" dirty="0"/>
            </a:br>
            <a:endParaRPr lang="en-IN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668</Words>
  <Application>Microsoft Office PowerPoint</Application>
  <PresentationFormat>Widescreen</PresentationFormat>
  <Paragraphs>50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Calibri</vt:lpstr>
      <vt:lpstr>Franklin Gothic</vt:lpstr>
      <vt:lpstr>Noto Sans Symbols</vt:lpstr>
      <vt:lpstr>Libre Franklin</vt:lpstr>
      <vt:lpstr>Arial</vt:lpstr>
      <vt:lpstr>Theme1</vt:lpstr>
      <vt:lpstr>Basic Details of the Team and Problem Statement</vt:lpstr>
      <vt:lpstr>Idea/Approach Details</vt:lpstr>
      <vt:lpstr>Idea/Approach Details</vt:lpstr>
      <vt:lpstr>Team Member Details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Details of the Team and Problem Statement</dc:title>
  <dc:creator>Sarim Moin</dc:creator>
  <cp:lastModifiedBy>M.Kaif Qureshi</cp:lastModifiedBy>
  <cp:revision>5</cp:revision>
  <dcterms:created xsi:type="dcterms:W3CDTF">2022-02-11T07:14:46Z</dcterms:created>
  <dcterms:modified xsi:type="dcterms:W3CDTF">2023-09-26T13:25:07Z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